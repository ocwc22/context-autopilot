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78BFA"/>
                </a:solidFill>
                <a:latin typeface="Helvetica Neue"/>
              </a:rPr>
              <a:t>BETA FUND × EVERMIND  ·  NEXT-GEN INFRASTRUCTURE &amp;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8EAF2"/>
                </a:solidFill>
                <a:latin typeface="Helvetica Neue"/>
              </a:rPr>
              <a:t>Personal Coding Model Autopilot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DD4A7"/>
                </a:solidFill>
                <a:latin typeface="Helvetica Neue"/>
              </a:rPr>
              <a:t>William Chen · Touchdown Labs — vendor-neutral inference-optimization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8EAF2"/>
                </a:solidFill>
                <a:latin typeface="Helvetica Neue"/>
              </a:rPr>
              <a:t>What I'm building: a local-first context engine — index ANY folder (code, docs, notes, projects) into reusable structured memory that Hermes, OpenClaw, or any local agent loads instead of rediscovering it every task.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520440"/>
            <a:ext cx="5212080" cy="21945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201168" rIns="182880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7849"/>
                </a:solidFill>
                <a:latin typeface="Helvetica Neue"/>
              </a:rPr>
              <a:t>The problem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Helvetica Neue"/>
              </a:rPr>
              <a:t>Local agents (Hermes, OpenClaw, Claude Code) rediscover your project every task — code, docs, notes — burning tokens reloading what they already saw (≈90K to reload a 359 KB project).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520440"/>
            <a:ext cx="5212080" cy="21945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201168" rIns="182880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DD4A7"/>
                </a:solidFill>
                <a:latin typeface="Helvetica Neue"/>
              </a:rPr>
              <a:t>The solution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Helvetica Neue"/>
              </a:rPr>
              <a:t>Index it once into a reusable SKILL.md + DAG map. Any local agent reuses it across tasks; a small MLX model does the cheap work, frontier only for the hard step — ~99% fewer tokens.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9AA0B6"/>
                </a:solidFill>
                <a:latin typeface="Helvetica Neue"/>
              </a:rPr>
              <a:t>github.com/OCWC22/personal-coding-autopilot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2/7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THE FULL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E8EAF2"/>
                </a:solidFill>
                <a:latin typeface="Helvetica Neue"/>
              </a:rPr>
              <a:t>How SFT, RL, local AI &amp; MLX fit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0B6"/>
                </a:solidFill>
                <a:latin typeface="Helvetica Neue"/>
              </a:rPr>
              <a:t>Goal: cut frontier-model calls &amp; cost while preserving task success — a coding model that learns your repo and style from your own traces.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DD4A7"/>
                </a:solidFill>
                <a:latin typeface="Helvetica Neue"/>
              </a:rPr>
              <a:t>OFFLINE — build your personal model (cheap, on-device)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2457450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2DD4A7"/>
                </a:solidFill>
                <a:latin typeface="Helvetica Neue"/>
              </a:rPr>
              <a:t>Your traces + repo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Claude Code / Codex sessions, accepted diffs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28950" y="30175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AA0B6"/>
                </a:solidFill>
                <a:latin typeface="Helvetica Neue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2606040"/>
            <a:ext cx="2457450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4AA8FF"/>
                </a:solidFill>
                <a:latin typeface="Helvetica Neue"/>
              </a:rPr>
              <a:t>SFT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distill GLM-5.1 (teacher) →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30175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AA0B6"/>
                </a:solidFill>
                <a:latin typeface="Helvetica Neue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2606040"/>
            <a:ext cx="2457450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A78BFA"/>
                </a:solidFill>
                <a:latin typeface="Helvetica Neue"/>
              </a:rPr>
              <a:t>RL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verifiable rewards (GRPO): tests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6810" y="30175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AA0B6"/>
                </a:solidFill>
                <a:latin typeface="Helvetica Neu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55430" y="2606040"/>
            <a:ext cx="2457450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7849"/>
                </a:solidFill>
                <a:latin typeface="Helvetica Neue"/>
              </a:rPr>
              <a:t>MLX model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personal coder · 16 GB Mac · 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DD4A7"/>
                </a:solidFill>
                <a:latin typeface="Helvetica Neue"/>
              </a:rPr>
              <a:t>ONLINE — every task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26280"/>
            <a:ext cx="3413759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2DD4A7"/>
                </a:solidFill>
                <a:latin typeface="Helvetica Neue"/>
              </a:rPr>
              <a:t>Coding task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question / fix / 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5260" y="49377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AA0B6"/>
                </a:solidFill>
                <a:latin typeface="Helvetica Neue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3879" y="4526280"/>
            <a:ext cx="3413759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4AA8FF"/>
                </a:solidFill>
                <a:latin typeface="Helvetica Neue"/>
              </a:rPr>
              <a:t>Local context + subagents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$0 DAG / SKILL.md + RLM — runs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499" y="49377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AA0B6"/>
                </a:solidFill>
                <a:latin typeface="Helvetica Neu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99119" y="4526280"/>
            <a:ext cx="3413759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A78BFA"/>
                </a:solidFill>
                <a:latin typeface="Helvetica Neue"/>
              </a:rPr>
              <a:t>Frontier only when hard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escalate to Claude / Codex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9AA0B6"/>
                </a:solidFill>
                <a:latin typeface="Helvetica Neue"/>
              </a:rPr>
              <a:t>Substrate:  EverMind = long-term memory   ·   Butterbase = state / backend   ·   eval harness = the proof (−98.7% tokens)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3/7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MODULAR — NOT JUST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8EAF2"/>
                </a:solidFill>
                <a:latin typeface="Helvetica Neue"/>
              </a:rPr>
              <a:t>Index anything on your computer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0B6"/>
                </a:solidFill>
                <a:latin typeface="Helvetica Neue"/>
              </a:rPr>
              <a:t>One CLI turns any folder into reusable structured context (SKILL.md + index) — agents load it instead of re-reading from scratch.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3447288" cy="9601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Codebases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2286000"/>
            <a:ext cx="3447288" cy="9601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4AA8FF"/>
                </a:solidFill>
                <a:latin typeface="Helvetica Neue"/>
              </a:rPr>
              <a:t>Docs &amp; notes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4736" y="2286000"/>
            <a:ext cx="3447288" cy="9601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A78BFA"/>
                </a:solidFill>
                <a:latin typeface="Helvetica Neue"/>
              </a:rPr>
              <a:t>Sales materials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20440"/>
            <a:ext cx="3447288" cy="9601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7849"/>
                </a:solidFill>
                <a:latin typeface="Helvetica Neue"/>
              </a:rPr>
              <a:t>Marketing assets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3520440"/>
            <a:ext cx="3447288" cy="9601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Customer research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74736" y="3520440"/>
            <a:ext cx="3447288" cy="9601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4AA8FF"/>
                </a:solidFill>
                <a:latin typeface="Helvetica Neue"/>
              </a:rPr>
              <a:t>Project folders &amp; workflows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2920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EAF2"/>
                </a:solidFill>
                <a:latin typeface="Helvetica Neue"/>
              </a:rPr>
              <a:t>Hermes · OpenClaw · Claude Code · any local agent reuse the SAME structured context across tasks — instead of rediscovering everything from scratch every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4/7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8EAF2"/>
                </a:solidFill>
                <a:latin typeface="Helvetica Neue"/>
              </a:rPr>
              <a:t>A $0 local map Claude reads instead of the whole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6424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1">
                <a:solidFill>
                  <a:srgbClr val="2DD4A7"/>
                </a:solidFill>
                <a:latin typeface="Helvetica Neue"/>
              </a:rPr>
              <a:t>SKILL.md + DAG  —  </a:t>
            </a:r>
            <a:r>
              <a:rPr sz="1700">
                <a:solidFill>
                  <a:srgbClr val="E8EAF2"/>
                </a:solidFill>
              </a:rPr>
              <a:t>commit-versioned: every file, every function, the call graph — refreshed on each change</a:t>
            </a:r>
          </a:p>
          <a:p>
            <a:pPr algn="l">
              <a:spcAft>
                <a:spcPts val="1400"/>
              </a:spcAft>
            </a:pPr>
            <a:r>
              <a:rPr sz="1900" b="1">
                <a:solidFill>
                  <a:srgbClr val="4AA8FF"/>
                </a:solidFill>
                <a:latin typeface="Helvetica Neue"/>
              </a:rPr>
              <a:t>Selective retrieval  —  </a:t>
            </a:r>
            <a:r>
              <a:rPr sz="1700">
                <a:solidFill>
                  <a:srgbClr val="E8EAF2"/>
                </a:solidFill>
              </a:rPr>
              <a:t>send only the relevant slice, compressed (8.8× on a real query)</a:t>
            </a:r>
          </a:p>
          <a:p>
            <a:pPr algn="l">
              <a:spcAft>
                <a:spcPts val="1400"/>
              </a:spcAft>
            </a:pPr>
            <a:r>
              <a:rPr sz="1900" b="1">
                <a:solidFill>
                  <a:srgbClr val="A78BFA"/>
                </a:solidFill>
                <a:latin typeface="Helvetica Neue"/>
              </a:rPr>
              <a:t>$0 + local  —  </a:t>
            </a:r>
            <a:r>
              <a:rPr sz="1700">
                <a:solidFill>
                  <a:srgbClr val="E8EAF2"/>
                </a:solidFill>
              </a:rPr>
              <a:t>the index runs on your machine for nothing; frontier is used only for the hard step</a:t>
            </a:r>
          </a:p>
          <a:p>
            <a:pPr algn="l">
              <a:spcAft>
                <a:spcPts val="1400"/>
              </a:spcAft>
            </a:pPr>
            <a:r>
              <a:rPr sz="1900" b="1">
                <a:solidFill>
                  <a:srgbClr val="FF7849"/>
                </a:solidFill>
                <a:latin typeface="Helvetica Neue"/>
              </a:rPr>
              <a:t>Sponsors  —  </a:t>
            </a:r>
            <a:r>
              <a:rPr sz="1700">
                <a:solidFill>
                  <a:srgbClr val="E8EAF2"/>
                </a:solidFill>
              </a:rPr>
              <a:t>EverMind = long-term memory (prior decisions) · Butterbase = state/backend + judging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5/7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DEMO FLOW  (what I'll show live)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8EAF2"/>
                </a:solidFill>
                <a:latin typeface="Helvetica Neue"/>
              </a:rPr>
              <a:t>Watch the token meter drop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642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>
                <a:solidFill>
                  <a:srgbClr val="FF7849"/>
                </a:solidFill>
                <a:latin typeface="Helvetica Neue"/>
              </a:rPr>
              <a:t>1.  </a:t>
            </a:r>
            <a:r>
              <a:rPr sz="1800">
                <a:solidFill>
                  <a:srgbClr val="E8EAF2"/>
                </a:solidFill>
              </a:rPr>
              <a:t>Ask a codebase question the normal way → Claude Code explores files (big token count).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2DD4A7"/>
                </a:solidFill>
                <a:latin typeface="Helvetica Neue"/>
              </a:rPr>
              <a:t>2.  </a:t>
            </a:r>
            <a:r>
              <a:rPr sz="1800">
                <a:solidFill>
                  <a:srgbClr val="E8EAF2"/>
                </a:solidFill>
              </a:rPr>
              <a:t>Run  `autopilot index`  → open .autopilot/SKILL.md + ARCHITECTURE.md (the DAG).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4AA8FF"/>
                </a:solidFill>
                <a:latin typeface="Helvetica Neue"/>
              </a:rPr>
              <a:t>3.  </a:t>
            </a:r>
            <a:r>
              <a:rPr sz="1800">
                <a:solidFill>
                  <a:srgbClr val="E8EAF2"/>
                </a:solidFill>
              </a:rPr>
              <a:t>Ask again with that saved context → answer from the right slice (tiny token count).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A78BFA"/>
                </a:solidFill>
                <a:latin typeface="Helvetica Neue"/>
              </a:rPr>
              <a:t>4.  </a:t>
            </a:r>
            <a:r>
              <a:rPr sz="1800">
                <a:solidFill>
                  <a:srgbClr val="E8EAF2"/>
                </a:solidFill>
              </a:rPr>
              <a:t>Compare:  `autopilot eval`  → 11,947 → 299 tokens, −98.7%, tests still pass.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6/7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PROOF  ·  autopilot eval (measured)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8EAF2"/>
                </a:solidFill>
                <a:latin typeface="Helvetica Neue"/>
              </a:rPr>
              <a:t>Same task. Same result. 98.7% fewer tokens.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2DD4A7"/>
                </a:solidFill>
                <a:latin typeface="Helvetica Neue"/>
              </a:rPr>
              <a:t>−98.7%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tokens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4AA8FF"/>
                </a:solidFill>
                <a:latin typeface="Helvetica Neue"/>
              </a:rPr>
              <a:t>−98%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A78BFA"/>
                </a:solidFill>
                <a:latin typeface="Helvetica Neue"/>
              </a:rPr>
              <a:t>−94%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cost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FF7849"/>
                </a:solidFill>
                <a:latin typeface="Helvetica Neue"/>
              </a:rPr>
              <a:t>+0.32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retrieval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E8EAF2"/>
                </a:solidFill>
                <a:latin typeface="Helvetica Neue"/>
              </a:rPr>
              <a:t>11,947 → 299 tokens · 1 frontier call avoided · task success preserved (tests pass)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Live now: Butterbase app app_b197i2548pk2 (real rows) · EverMind memory written · 27/27 tests.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Reproduce on stage:  autopilot index  ·  autopilot eval  ·  bash demo/run_demo.sh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7/7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DEMO  ·  the token drop in 30s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8EAF2"/>
                </a:solidFill>
                <a:latin typeface="Helvetica Neue"/>
              </a:rPr>
              <a:t>Same task, two ways — watch tokens go 11,947 → 299</a:t>
            </a:r>
          </a:p>
        </p:txBody>
      </p:sp>
      <p:pic>
        <p:nvPicPr>
          <p:cNvPr id="7" name="autopilot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06727" y="1600200"/>
            <a:ext cx="8778240" cy="49377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