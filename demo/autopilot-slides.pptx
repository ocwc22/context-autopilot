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Context Autopilot · Touchdown Labs · Built on EverMind + Butterbase (LIVE) · github.com/OCWC22/context-autopilot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SLIDE 1 —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>
                <a:solidFill>
                  <a:srgbClr val="E8EAF2"/>
                </a:solidFill>
                <a:latin typeface="Helvetica Neue"/>
              </a:rPr>
              <a:t>William Chen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Founder &amp; CEO, Touchdown Labs — vendor-neutral inference-optimization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10642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A78BFA"/>
                </a:solidFill>
                <a:latin typeface="Helvetica Neue"/>
              </a:rPr>
              <a:t>Relevant experience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8EAF2"/>
                </a:solidFill>
                <a:latin typeface="Helvetica Neue"/>
              </a:rPr>
              <a:t>•  Built Edge AI and on-device / local AI before — shipping models that run close to the user.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8EAF2"/>
                </a:solidFill>
                <a:latin typeface="Helvetica Neue"/>
              </a:rPr>
              <a:t>•  Touchdown Labs: research + tooling for cutting AI inference cost without losing quality.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11064240" cy="146304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201168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Team ⟷ problem fit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Local &amp; on-device AI is exactly my lane. This product makes local agents reuse structured context instead of re-paying the cloud to rediscover it — the on-device inference problem I already work 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Context Autopilot · Touchdown Labs · Built on EverMind + Butterbase (LIVE) · github.com/OCWC22/context-autopilot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SLIDE 2 —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E8EAF2"/>
                </a:solidFill>
                <a:latin typeface="Helvetica Neue"/>
              </a:rPr>
              <a:t>Context Autopilot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0B6"/>
                </a:solidFill>
                <a:latin typeface="Helvetica Neue"/>
              </a:rPr>
              <a:t>One line: a $0 local engine that indexes ANY folder (code, docs, notes, projects) into reusable structured context — so Hermes, OpenClaw, or any local agent loads it instead of rediscovering everything.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5440680" cy="228600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201168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7849"/>
                </a:solidFill>
                <a:latin typeface="Helvetica Neue"/>
              </a:rPr>
              <a:t>Problem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Local agents (Hermes, OpenClaw, Claude Code) rediscover your project every task — code, docs, notes — burning tokens reloading what they already saw (~90K to reload a 359 KB project).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743200"/>
            <a:ext cx="5440680" cy="228600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201168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DD4A7"/>
                </a:solidFill>
                <a:latin typeface="Helvetica Neue"/>
              </a:rPr>
              <a:t>Solution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Index once into a reusable SKILL.md + DAG map; agents reuse it across tasks, frontier only for the hard step. EverMind = memory, Butterbase =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4AA8FF"/>
                </a:solidFill>
                <a:latin typeface="Helvetica Neue"/>
              </a:rPr>
              <a:t>Proof: same task 11,947 → 299 tokens (−98.7%, tests pass).  Real repo psf/requests: 147,794 → ~1,025 tokens (57×, −99.3%).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Context Autopilot · Touchdown Labs · Built on EverMind + Butterbase (LIVE) · github.com/OCWC22/context-autopilot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SLIDE 3 —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E8EAF2"/>
                </a:solidFill>
                <a:latin typeface="Helvetica Neue"/>
              </a:rPr>
              <a:t>Working product — watch the token meter drop (≤2 min)</a:t>
            </a:r>
          </a:p>
        </p:txBody>
      </p:sp>
      <p:pic>
        <p:nvPicPr>
          <p:cNvPr id="7" name="autopilot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69567" y="1554480"/>
            <a:ext cx="9052560" cy="509320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